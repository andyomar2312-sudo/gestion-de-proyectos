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38F3F-3218-1163-8C42-1DF9CE80F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4330F7-47FC-A6B6-9286-D0F7D3716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A5A1F-E9F1-0B7B-6C21-D0077ECE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CB556-2F77-C6D3-A2E4-B6CA9032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223C2-BECF-88C1-72A4-BF91B617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56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014A9-9E05-B0E1-B109-D686C061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8F6EC-6A6E-CE59-6897-A69D1B3ED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7EDA9-3D71-FC4C-F934-A832CB81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07E9A-09D5-8AF7-F176-82353770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C69386-24DA-9E08-AAE9-88C5A3F0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205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973C0-8D1C-5EF8-03F4-08134C6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34974C-A553-0DF3-FE3C-FF97FA34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EE7860-06B1-0F92-F488-ABCCCDD4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CB7613-0788-1976-C560-9542FF53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5B2065-5532-8A94-76F4-7800DFD3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3669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E15A6-440D-2752-BF35-64CDA9C5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A31A75-D93C-AFE2-460A-8A12256C3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69CE4E-8DE5-2E00-9228-7F0820293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990C78-5590-940A-9B23-E170D278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C301CD-6F94-B501-9C75-76684093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F9B365-351E-7BDC-876D-BB171767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931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BE337-F77F-09FB-E2A6-24C18EF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133C2B-8A5A-A891-37BE-9518B3ECB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71D6CC-E96D-2FAB-33BF-44BAA4CE9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8466B6-5007-2146-9305-D63AB3AAB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93FE6-B8A7-73BE-3C18-6F5E5B859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373BDB-3258-EE69-BB75-82B7A1DF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FCD7D4-4158-6384-F13B-B350ED81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34A90A-67D4-A9BF-C3C3-91E60AE8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7139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80709-25F8-15E1-20F8-29E6EFDC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2E6D26-E7D3-E7D7-507C-97BAE2E9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D7C34C-D958-AF84-D034-2A59C881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AAEA68-7E44-47F9-6205-EAAB83B5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206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E3EA8B-01E8-66F2-BD4B-C8731D5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1014092-4064-AE2C-2BDB-C24F3D0D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133FA1-33A6-29C4-A3E8-F80481D4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142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883F6-AC49-3912-6656-1F3404CD8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4326FE-6EEE-6D6D-EAEB-D0DB50D0B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A6FA2-2F03-797A-BD71-C0DB6D319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1A3D88-15A2-2E7D-28AF-8C45B2FC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0D13EF-A3A7-F20C-7B36-81BEDAA7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9B640B-5C65-8B72-B2BA-144A912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6333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39C71-18F8-C571-5FD2-A743AB19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01A6583-8E95-9F1D-3D80-8B116015A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397F4D-84EC-7F60-A991-E0B9C9BAE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7BEF66-9F29-A2D9-2DD0-892145404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D6CBC9-8BCD-B78E-953A-BDEA4AB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15CC31-8F91-B1B5-D766-4081427F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208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9DF7-68FA-DC98-96A9-E42B2689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3BF00C-3430-2557-2DE9-C430BD3C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B7C292-483E-E504-1914-F692C9BF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522A4D-7CDC-0E2F-4525-76F8B3CD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C2E7D5-6D0E-2D75-1664-87D1E65D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707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EBCECD-AC05-D3ED-4C92-D529DD47C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29BA8A-0459-6600-1D93-75C2E6199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E27084-4C99-8CA0-339E-4DBE5E32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8F68E-5C0C-EF5E-786B-CF7C0B2C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EC29D-A894-585F-A081-9FD35B94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4743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4C63E6-2D80-A444-4525-F6D75CEC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4F65E1-E1F5-304D-2F11-818D6518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E5B696-D263-C391-7B39-22E7C8241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2E13A-A3FC-4515-9FA3-ECE7611834CE}" type="datetimeFigureOut">
              <a:rPr lang="es-EC" smtClean="0"/>
              <a:t>2/10/2026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2118F0-7609-69E4-601A-C8E3D8FF2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EADB8-31FA-F792-E732-1C4E56556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D07EE-5C7A-4433-B903-53A952F4D7A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68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57D3A-1B40-7A85-4705-870725554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B82418-8E7E-17FE-0217-4E204A9DB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F3F228-2392-9F0D-F234-51D4692AB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F8B2665-198C-36B9-2C7E-E214AC76CC0D}"/>
              </a:ext>
            </a:extLst>
          </p:cNvPr>
          <p:cNvSpPr/>
          <p:nvPr/>
        </p:nvSpPr>
        <p:spPr>
          <a:xfrm>
            <a:off x="1147313" y="4347713"/>
            <a:ext cx="1889185" cy="12594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Integrantes: Alfredo Gaona,</a:t>
            </a:r>
          </a:p>
          <a:p>
            <a:pPr algn="ctr"/>
            <a:r>
              <a:rPr lang="es-ES" dirty="0"/>
              <a:t>Andy Martínez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5482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92F64-934F-F353-5FCD-66B3A463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4E56B48-7510-98A8-3F4B-FA67B8FD2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56770" cy="6858000"/>
          </a:xfrm>
        </p:spPr>
      </p:pic>
    </p:spTree>
    <p:extLst>
      <p:ext uri="{BB962C8B-B14F-4D97-AF65-F5344CB8AC3E}">
        <p14:creationId xmlns:p14="http://schemas.microsoft.com/office/powerpoint/2010/main" val="226345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D60EF-3013-C198-0279-76312465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DE37F-954E-F88C-1E49-ECA93C07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55EAAA-2DCD-3D63-121B-B1BAAC5B4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0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7AC31-FEBA-E204-3935-D465612F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65907-6772-14A0-25C0-6103687E3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2D8B14-7F83-5099-866E-BC60B5219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4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3DC09-7371-0BD5-1EF9-59BDFDA2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2DBEE-E85B-D13C-B609-B7EDEC8E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66528C-4EFC-80A1-1A5E-610B9239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8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51358-9899-0EDA-1769-19A9EBEA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34EA0-20D8-5502-6D18-FA21F5512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A837F4-DB14-D7CF-45F6-F3A4F87D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2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72AA5-0C34-F9B9-1229-E47467CD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EDA20-ADF1-5D8F-410B-F710DDE1D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762DAF-2E47-5805-FFEE-7AF75A99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6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Panorámica</PresentationFormat>
  <Paragraphs>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GESTION DE PROYECTOS</dc:creator>
  <cp:lastModifiedBy>GESTION DE PROYECTOS</cp:lastModifiedBy>
  <cp:revision>1</cp:revision>
  <dcterms:created xsi:type="dcterms:W3CDTF">2026-10-02T17:39:15Z</dcterms:created>
  <dcterms:modified xsi:type="dcterms:W3CDTF">2026-10-02T17:42:02Z</dcterms:modified>
</cp:coreProperties>
</file>