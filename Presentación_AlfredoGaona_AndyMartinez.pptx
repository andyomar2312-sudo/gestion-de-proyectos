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8654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44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24705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44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57781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1114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03376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320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170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2665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7976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882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0604737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5382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5523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76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459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441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2603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13255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870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705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517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403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205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3257383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406217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38F3F-3218-1163-8C42-1DF9CE80F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E4330F7-47FC-A6B6-9286-D0F7D3716A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BA5A1F-E9F1-0B7B-6C21-D0077ECE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1CB556-2F77-C6D3-A2E4-B6CA90320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74223C2-BECF-88C1-72A4-BF91B6170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5273721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7014A9-9E05-B0E1-B109-D686C06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58F6EC-6A6E-CE59-6897-A69D1B3ED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F7EDA9-3D71-FC4C-F934-A832CB811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E07E9A-09D5-8AF7-F176-823537709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C69386-24DA-9E08-AAE9-88C5A3F06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40631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9C72E13A-A3FC-4515-9FA3-ECE7611834CE}" type="datetimeFigureOut">
              <a:rPr lang="es-EC" smtClean="0"/>
              <a:t>5/10/2026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E3CD07EE-5C7A-4433-B903-53A952F4D7A0}" type="slidenum">
              <a:rPr lang="es-EC" smtClean="0"/>
              <a:t>‹Nº›</a:t>
            </a:fld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42171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>
          <p15:clr>
            <a:srgbClr val="F26B43"/>
          </p15:clr>
        </p15:guide>
        <p15:guide id="22" orient="horz" pos="2160">
          <p15:clr>
            <a:srgbClr val="F26B43"/>
          </p15:clr>
        </p15:guide>
        <p15:guide id="23" pos="4800">
          <p15:clr>
            <a:srgbClr val="F26B43"/>
          </p15:clr>
        </p15:guide>
        <p15:guide id="24" orient="horz" pos="480">
          <p15:clr>
            <a:srgbClr val="F26B43"/>
          </p15:clr>
        </p15:guide>
        <p15:guide id="25" orient="horz" pos="864">
          <p15:clr>
            <a:srgbClr val="F26B43"/>
          </p15:clr>
        </p15:guide>
        <p15:guide id="26" pos="7392">
          <p15:clr>
            <a:srgbClr val="F26B43"/>
          </p15:clr>
        </p15:guide>
        <p15:guide id="27" orient="horz" pos="3840">
          <p15:clr>
            <a:srgbClr val="F26B43"/>
          </p15:clr>
        </p15:guide>
        <p15:guide id="28" pos="240">
          <p15:clr>
            <a:srgbClr val="F26B43"/>
          </p15:clr>
        </p15:guide>
        <p15:guide id="29" pos="74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857D3A-1B40-7A85-4705-870725554A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AB82418-8E7E-17FE-0217-4E204A9DB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CF3F228-2392-9F0D-F234-51D4692AB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9F8B2665-198C-36B9-2C7E-E214AC76CC0D}"/>
              </a:ext>
            </a:extLst>
          </p:cNvPr>
          <p:cNvSpPr/>
          <p:nvPr/>
        </p:nvSpPr>
        <p:spPr>
          <a:xfrm>
            <a:off x="1147313" y="4347713"/>
            <a:ext cx="1889185" cy="125945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Integrantes: Alfredo Gaona,</a:t>
            </a:r>
          </a:p>
          <a:p>
            <a:pPr algn="ctr"/>
            <a:r>
              <a:rPr lang="es-ES" dirty="0"/>
              <a:t>Andy Martínez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2654826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92F64-934F-F353-5FCD-66B3A463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4E56B48-7510-98A8-3F4B-FA67B8FD21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256770" cy="6858000"/>
          </a:xfrm>
        </p:spPr>
      </p:pic>
    </p:spTree>
    <p:extLst>
      <p:ext uri="{BB962C8B-B14F-4D97-AF65-F5344CB8AC3E}">
        <p14:creationId xmlns:p14="http://schemas.microsoft.com/office/powerpoint/2010/main" val="2263454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9D60EF-3013-C198-0279-763124655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11DE37F-954E-F88C-1E49-ECA93C075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955EAAA-2DCD-3D63-121B-B1BAAC5B4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402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7AC31-FEBA-E204-3935-D465612F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565907-6772-14A0-25C0-6103687E3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F2D8B14-7F83-5099-866E-BC60B5219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46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73DC09-7371-0BD5-1EF9-59BDFDA2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F2DBEE-E85B-D13C-B609-B7EDEC8E9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66528C-4EFC-80A1-1A5E-610B92397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183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F51358-9899-0EDA-1769-19A9EBEAD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034EA0-20D8-5502-6D18-FA21F5512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AA837F4-DB14-D7CF-45F6-F3A4F87D2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22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072AA5-0C34-F9B9-1229-E47467CD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1EDA20-ADF1-5D8F-410B-F710DDE1D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D762DAF-2E47-5805-FFEE-7AF75A996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96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7D28-1F52-9B72-86D6-479D27E7F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B6AC19EA-B35F-A411-3DB5-E7578EC63F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8617" y="3018907"/>
            <a:ext cx="4762500" cy="321945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9317F74-67BD-1AD1-00B8-F037CE3BE13B}"/>
              </a:ext>
            </a:extLst>
          </p:cNvPr>
          <p:cNvSpPr txBox="1"/>
          <p:nvPr/>
        </p:nvSpPr>
        <p:spPr>
          <a:xfrm>
            <a:off x="2623930" y="1364973"/>
            <a:ext cx="69441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0" dirty="0">
                <a:latin typeface="Algerian" panose="04020705040A02060702" pitchFamily="82" charset="0"/>
                <a:cs typeface="Arial" panose="020B0604020202020204" pitchFamily="34" charset="0"/>
              </a:rPr>
              <a:t>Muchas gracias </a:t>
            </a:r>
            <a:endParaRPr lang="es-EC" sz="6000" dirty="0">
              <a:latin typeface="Algerian" panose="04020705040A02060702" pitchFamily="8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8688323"/>
      </p:ext>
    </p:extLst>
  </p:cSld>
  <p:clrMapOvr>
    <a:masterClrMapping/>
  </p:clrMapOvr>
</p:sld>
</file>

<file path=ppt/theme/theme1.xml><?xml version="1.0" encoding="utf-8"?>
<a:theme xmlns:a="http://schemas.openxmlformats.org/drawingml/2006/main" name="Degradado oscuro">
  <a:themeElements>
    <a:clrScheme name="Degradado oscuro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" id="{E11C298A-C952-4C7C-AD82-FDE632A020A2}" vid="{C429265E-EED5-40F2-8F51-E02F8E47A73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5</TotalTime>
  <Words>9</Words>
  <Application>Microsoft Office PowerPoint</Application>
  <PresentationFormat>Panorámica</PresentationFormat>
  <Paragraphs>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Algerian</vt:lpstr>
      <vt:lpstr>Aptos</vt:lpstr>
      <vt:lpstr>Arial</vt:lpstr>
      <vt:lpstr>Arial Nova Light</vt:lpstr>
      <vt:lpstr>Degradado oscuro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GESTION DE PROYECTOS</dc:creator>
  <cp:lastModifiedBy>Andy Martínez</cp:lastModifiedBy>
  <cp:revision>2</cp:revision>
  <dcterms:created xsi:type="dcterms:W3CDTF">2026-10-02T17:39:15Z</dcterms:created>
  <dcterms:modified xsi:type="dcterms:W3CDTF">2026-10-06T01:43:26Z</dcterms:modified>
</cp:coreProperties>
</file>